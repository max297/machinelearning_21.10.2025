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71" r:id="rId3"/>
    <p:sldId id="270" r:id="rId4"/>
    <p:sldId id="264" r:id="rId5"/>
    <p:sldId id="267" r:id="rId6"/>
    <p:sldId id="268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218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ac24e614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7ac24e614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ac24e6148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7ac24e6148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ac24e6148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7ac24e6148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4021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python основы машинного обучения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33F1A0-4189-4A47-812B-509B7A9CA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Машинное обучение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88057D-38CF-4D07-BB3A-AC733A709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Ма</a:t>
            </a:r>
            <a:r>
              <a:rPr lang="ru-RU" sz="1400" dirty="0">
                <a:solidFill>
                  <a:srgbClr val="FFFFFF"/>
                </a:solidFill>
                <a:latin typeface="Liberation Sans" pitchFamily="34"/>
              </a:rPr>
              <a:t>ш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инное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обучение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-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совокупность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методов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искусственного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интеллекта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, с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помощью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которых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можно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создавать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самообучающиеся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компьютерные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системы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.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Для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таких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систем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разработчики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не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прописывают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конкретные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алгоритмы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решения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задач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, а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предоставляют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подготовленные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данные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и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описывают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критерии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успешного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решения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,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по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которым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учатся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Liberation Sans" pitchFamily="34"/>
              </a:rPr>
              <a:t>нейросети</a:t>
            </a:r>
            <a:r>
              <a:rPr lang="en-US" sz="1400" dirty="0">
                <a:solidFill>
                  <a:srgbClr val="FFFFFF"/>
                </a:solidFill>
                <a:latin typeface="Liberation Sans" pitchFamily="34"/>
              </a:rPr>
              <a:t>.</a:t>
            </a:r>
          </a:p>
          <a:p>
            <a:pPr marL="14605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5683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51786-7EB3-4D91-AD64-4CC158DEE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Процесс обучения моделей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D91A955-E6C5-40A8-8164-41ABE9F93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US" dirty="0">
                <a:solidFill>
                  <a:srgbClr val="FFFFFF"/>
                </a:solidFill>
                <a:latin typeface="Liberation Sans" pitchFamily="34"/>
              </a:rPr>
              <a:t>1. </a:t>
            </a:r>
            <a:r>
              <a:rPr lang="en-US" dirty="0" err="1">
                <a:solidFill>
                  <a:srgbClr val="FFFFFF"/>
                </a:solidFill>
                <a:latin typeface="Liberation Sans" pitchFamily="34"/>
              </a:rPr>
              <a:t>Сбор</a:t>
            </a:r>
            <a:r>
              <a:rPr lang="en-US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Liberation Sans" pitchFamily="34"/>
              </a:rPr>
              <a:t>датасета</a:t>
            </a:r>
            <a:endParaRPr lang="en-US" dirty="0">
              <a:solidFill>
                <a:srgbClr val="FFFFFF"/>
              </a:solidFill>
              <a:latin typeface="Liberation Sans" pitchFamily="34"/>
            </a:endParaRPr>
          </a:p>
          <a:p>
            <a:pPr lvl="0">
              <a:buSzPct val="45000"/>
              <a:buFont typeface="StarSymbol"/>
              <a:buChar char="●"/>
            </a:pPr>
            <a:r>
              <a:rPr lang="en-US" dirty="0">
                <a:solidFill>
                  <a:srgbClr val="FFFFFF"/>
                </a:solidFill>
                <a:latin typeface="Liberation Sans" pitchFamily="34"/>
              </a:rPr>
              <a:t>2. </a:t>
            </a:r>
            <a:r>
              <a:rPr lang="en-US" dirty="0" err="1">
                <a:solidFill>
                  <a:srgbClr val="FFFFFF"/>
                </a:solidFill>
                <a:latin typeface="Liberation Sans" pitchFamily="34"/>
              </a:rPr>
              <a:t>Анализ</a:t>
            </a:r>
            <a:r>
              <a:rPr lang="en-US" dirty="0">
                <a:solidFill>
                  <a:srgbClr val="FFFFFF"/>
                </a:solidFill>
                <a:latin typeface="Liberation Sans" pitchFamily="34"/>
              </a:rPr>
              <a:t> и </a:t>
            </a:r>
            <a:r>
              <a:rPr lang="en-US" dirty="0" err="1">
                <a:solidFill>
                  <a:srgbClr val="FFFFFF"/>
                </a:solidFill>
                <a:latin typeface="Liberation Sans" pitchFamily="34"/>
              </a:rPr>
              <a:t>обработка</a:t>
            </a:r>
            <a:r>
              <a:rPr lang="en-US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Liberation Sans" pitchFamily="34"/>
              </a:rPr>
              <a:t>датасета</a:t>
            </a:r>
            <a:endParaRPr lang="en-US" dirty="0">
              <a:solidFill>
                <a:srgbClr val="FFFFFF"/>
              </a:solidFill>
              <a:latin typeface="Liberation Sans" pitchFamily="34"/>
            </a:endParaRPr>
          </a:p>
          <a:p>
            <a:pPr lvl="0">
              <a:buSzPct val="45000"/>
              <a:buFont typeface="StarSymbol"/>
              <a:buChar char="●"/>
            </a:pPr>
            <a:r>
              <a:rPr lang="en-US" dirty="0">
                <a:solidFill>
                  <a:srgbClr val="FFFFFF"/>
                </a:solidFill>
                <a:latin typeface="Liberation Sans" pitchFamily="34"/>
              </a:rPr>
              <a:t>3. </a:t>
            </a:r>
            <a:r>
              <a:rPr lang="en-US" dirty="0" err="1">
                <a:solidFill>
                  <a:srgbClr val="FFFFFF"/>
                </a:solidFill>
                <a:latin typeface="Liberation Sans" pitchFamily="34"/>
              </a:rPr>
              <a:t>Выбор</a:t>
            </a:r>
            <a:r>
              <a:rPr lang="en-US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Liberation Sans" pitchFamily="34"/>
              </a:rPr>
              <a:t>модели</a:t>
            </a:r>
            <a:endParaRPr lang="en-US" dirty="0">
              <a:solidFill>
                <a:srgbClr val="FFFFFF"/>
              </a:solidFill>
              <a:latin typeface="Liberation Sans" pitchFamily="34"/>
            </a:endParaRPr>
          </a:p>
          <a:p>
            <a:pPr lvl="0">
              <a:buSzPct val="45000"/>
              <a:buFont typeface="StarSymbol"/>
              <a:buChar char="●"/>
            </a:pPr>
            <a:r>
              <a:rPr lang="en-US" dirty="0">
                <a:solidFill>
                  <a:srgbClr val="FFFFFF"/>
                </a:solidFill>
                <a:latin typeface="Liberation Sans" pitchFamily="34"/>
              </a:rPr>
              <a:t>4. </a:t>
            </a:r>
            <a:r>
              <a:rPr lang="en-US" dirty="0" err="1">
                <a:solidFill>
                  <a:srgbClr val="FFFFFF"/>
                </a:solidFill>
                <a:latin typeface="Liberation Sans" pitchFamily="34"/>
              </a:rPr>
              <a:t>Подбор</a:t>
            </a:r>
            <a:r>
              <a:rPr lang="en-US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Liberation Sans" pitchFamily="34"/>
              </a:rPr>
              <a:t>гиперпараметров</a:t>
            </a:r>
            <a:endParaRPr lang="en-US" dirty="0">
              <a:solidFill>
                <a:srgbClr val="FFFFFF"/>
              </a:solidFill>
              <a:latin typeface="Liberation Sans" pitchFamily="34"/>
            </a:endParaRPr>
          </a:p>
          <a:p>
            <a:pPr lvl="0">
              <a:buSzPct val="45000"/>
              <a:buFont typeface="StarSymbol"/>
              <a:buChar char="●"/>
            </a:pPr>
            <a:r>
              <a:rPr lang="en-US" dirty="0">
                <a:solidFill>
                  <a:srgbClr val="FFFFFF"/>
                </a:solidFill>
                <a:latin typeface="Liberation Sans" pitchFamily="34"/>
              </a:rPr>
              <a:t>5. </a:t>
            </a:r>
            <a:r>
              <a:rPr lang="en-US" dirty="0" err="1">
                <a:solidFill>
                  <a:srgbClr val="FFFFFF"/>
                </a:solidFill>
                <a:latin typeface="Liberation Sans" pitchFamily="34"/>
              </a:rPr>
              <a:t>Обучение</a:t>
            </a:r>
            <a:r>
              <a:rPr lang="en-US" dirty="0">
                <a:solidFill>
                  <a:srgbClr val="FFFFFF"/>
                </a:solidFill>
                <a:latin typeface="Liberation Sans" pitchFamily="34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Liberation Sans" pitchFamily="34"/>
              </a:rPr>
              <a:t>модели</a:t>
            </a:r>
            <a:endParaRPr lang="en-US" dirty="0">
              <a:solidFill>
                <a:srgbClr val="FFFFFF"/>
              </a:solidFill>
              <a:latin typeface="Liberation Sans" pitchFamily="34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7755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Создание базовых моделей</a:t>
            </a:r>
            <a:endParaRPr/>
          </a:p>
        </p:txBody>
      </p:sp>
      <p:sp>
        <p:nvSpPr>
          <p:cNvPr id="183" name="Google Shape;183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dirty="0"/>
              <a:t>Scikit-learn (sklearn) — это один из наиболее широко используемых пакетов Python для Data Science и Machine Learning. Он содержит функции и алгоритмы для машинного обучения: классификации, прогнозирования или разбивки данных на группы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Обучение модели</a:t>
            </a:r>
            <a:endParaRPr/>
          </a:p>
        </p:txBody>
      </p:sp>
      <p:sp>
        <p:nvSpPr>
          <p:cNvPr id="201" name="Google Shape;201;p2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32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#Создаем объект класса модели, Которая нам нужна.Вы можете указать гиперпараметры модели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/>
              <a:t>reg=LinearRegression()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/>
              <a:t>#Обучаем нашу модель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/>
              <a:t>reg.fit(X_train,Y_train)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/>
              <a:t>#Делаем предсказание на массиве данных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/>
              <a:t>pred = reg.predict(X_test)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/>
              <a:t>#Высчитываем точность нашей модели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dirty="0"/>
              <a:t>mean_squared_error(Y_test, pred)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</a:t>
            </a:r>
            <a:endParaRPr/>
          </a:p>
        </p:txBody>
      </p:sp>
      <p:sp>
        <p:nvSpPr>
          <p:cNvPr id="207" name="Google Shape;207;p2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https://colab.research.google.com/drive/17cuBFh-U5t1toMQ7lreGZM6HbzWyZ3Pk#scrollTo=z_bx_G8fXukY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207</Words>
  <Application>Microsoft Office PowerPoint</Application>
  <PresentationFormat>Экран (16:9)</PresentationFormat>
  <Paragraphs>22</Paragraphs>
  <Slides>6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Montserrat</vt:lpstr>
      <vt:lpstr>Lato</vt:lpstr>
      <vt:lpstr>Liberation Sans</vt:lpstr>
      <vt:lpstr>StarSymbol</vt:lpstr>
      <vt:lpstr>Arial</vt:lpstr>
      <vt:lpstr>Focus</vt:lpstr>
      <vt:lpstr>python основы машинного обучения</vt:lpstr>
      <vt:lpstr>Машинное обучение</vt:lpstr>
      <vt:lpstr>Процесс обучения моделей</vt:lpstr>
      <vt:lpstr>Создание базовых моделей</vt:lpstr>
      <vt:lpstr>Обучение модели</vt:lpstr>
      <vt:lpstr>Пример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основы машинного обучения</dc:title>
  <dc:creator>Max</dc:creator>
  <cp:lastModifiedBy>Акулин Максим Александрович</cp:lastModifiedBy>
  <cp:revision>4</cp:revision>
  <dcterms:modified xsi:type="dcterms:W3CDTF">2025-11-06T11:59:05Z</dcterms:modified>
</cp:coreProperties>
</file>