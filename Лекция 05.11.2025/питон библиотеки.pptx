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2" r:id="rId13"/>
    <p:sldId id="273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-52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18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a4ad2d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a4ad2d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4ad2d1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4ad2d1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a4ad2d1f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a4ad2d1f3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a4ad2d1f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a4ad2d1f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a4ad2d1f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a4ad2d1f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a4ad2d1f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a4ad2d1f3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a4ad2d1f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a4ad2d1f3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a4ad2d1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a4ad2d1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a4ad2d1f3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a4ad2d1f3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a4ad2d1f3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a4ad2d1f3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a4ad2d1f3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a4ad2d1f3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a4ad2d1f3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a4ad2d1f3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Библиотеки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Библиотека — это набор связанных модулей, объединенных вместе для решения определенной задачи или предоставления определенного функционала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- импортируем библиотеку, теперь мы можем обращаться к объектам, Которые там описаны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as lb- импортируем библиотеку и даем ей наименование в нашем пространстве имен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from library import object – импортируем объект из библиотеки напрямую в наше пространство имен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pip — система управления пакетами, которая используется для установки и управления программными пакетами, написанными на Python.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Большинство библиотек вы можете найти на сайте </a:t>
            </a:r>
            <a:r>
              <a:rPr lang="ru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PyPI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, где указаны библиотеки, их версии и описание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 install &lt;package_name&gt; – Установка библиотеки с заданным именем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&lt;package_name&gt;==&lt;version&gt; –Установка библиотеки указанной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-r /path/to/requirements.txt – Установка библиотек, которые указаны в файле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uninstall &lt;package_name&gt; – Удаление библиотеки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list – Перечисляет все установленные библиотеки и их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</a:t>
            </a:r>
            <a:r>
              <a:rPr lang="ru" dirty="0"/>
              <a:t> </a:t>
            </a:r>
            <a:endParaRPr dirty="0"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Pandas-</a:t>
            </a:r>
            <a:r>
              <a:rPr lang="ru-RU" dirty="0"/>
              <a:t>это мощная библиотека Python для анализа и обработки данных. Она предоставляет высокоуровневые структуры данных и инструменты для эффективной работы с табличными данными, временными рядами и другими структурами. В контексте машинного обучения </a:t>
            </a:r>
            <a:r>
              <a:rPr lang="ru-RU" dirty="0" err="1"/>
              <a:t>Pandas</a:t>
            </a:r>
            <a:r>
              <a:rPr lang="ru-RU" dirty="0"/>
              <a:t> незаменима для предварительной обработки данных, очистки и подготовки </a:t>
            </a:r>
            <a:r>
              <a:rPr lang="ru-RU" dirty="0" err="1"/>
              <a:t>датасетов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dataFrame</a:t>
            </a:r>
            <a:r>
              <a:rPr lang="en-US" dirty="0"/>
              <a:t> - </a:t>
            </a:r>
            <a:r>
              <a:rPr lang="ru-RU" dirty="0"/>
              <a:t>Двумерная таблица с помеченными осями (строками и столбцами)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Series – </a:t>
            </a:r>
            <a:r>
              <a:rPr lang="ru-RU" dirty="0"/>
              <a:t>одномерный массив, можете представить себе его как отдельный столбец или ряд из таблицы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Возможный функционал</a:t>
            </a:r>
            <a:endParaRPr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помощи </a:t>
            </a:r>
            <a:r>
              <a:rPr lang="en-US" dirty="0"/>
              <a:t>pandas </a:t>
            </a:r>
            <a:r>
              <a:rPr lang="ru-RU" dirty="0"/>
              <a:t>можно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-считывать информацию из файлов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-Фильтровать таблицу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-Заполнять пустые параметры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-Модифицировать данные в таблице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matplotlib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Matplotlib — это библиотека с открытым исходным кодом для визуализации данных в Python. С помощью неё можно создавать точечные и круговые диаграммы, линейные графики, гистограммы, диаграммы ошибок, 3D-графики. Готовые результаты визуализации можно экспортировать в форматах PDF, SVG, JPG, PNG, BMP и GIF.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4674675"/>
            <a:ext cx="7038900" cy="3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https://matplotlib.org/stable/plot_types/index.html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886827"/>
            <a:ext cx="7248600" cy="37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графиков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1297500" y="1052550"/>
            <a:ext cx="7038900" cy="3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Линейные графики (Line Plots) – нужны, чтобы показать изменение одной величины относительно другой, чаще всего — динамику во времени.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Точечные графики (Scatter Plots) – нужны, чтобы исследовать взаимосвязь между двумя числовыми величинами.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Столбчатые диаграммы (Bar Charts) –  нужны для сравнения величин разных категорий между собой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Гистограммы (Histograms) нужны, чтобы понять распределение одной числовой величины.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Круговые диаграммы (Pie Charts) –  нужны, чтобы наглядно продемонстрировать, какой процент от общего объема составляет каждая категория.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Тепловые карты (Heatmaps) нужны, чтобы визуализировать интенсивность значений в двумерной таблице с помощью цвета.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375"/>
            <a:ext cx="3365924" cy="24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 rotWithShape="1">
          <a:blip r:embed="rId4">
            <a:alphaModFix/>
          </a:blip>
          <a:srcRect r="-48323"/>
          <a:stretch/>
        </p:blipFill>
        <p:spPr>
          <a:xfrm>
            <a:off x="56775" y="2626900"/>
            <a:ext cx="6458326" cy="246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6" descr="Bar Charts: Using, Examples, and Interpreting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275" y="-2300"/>
            <a:ext cx="3800724" cy="3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52" y="137500"/>
            <a:ext cx="3414499" cy="2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075" y="56975"/>
            <a:ext cx="3201275" cy="235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850" y="2518075"/>
            <a:ext cx="4713800" cy="25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Задание, часть 1</a:t>
            </a:r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37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Сгенерируйте искусственный набор данных о продажах за 3 года (36 месяцев) для 4 разных продуктов (например, "Product A", "Product B", "Product C", "Product D").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Создайте массив с датами для этих 36 месяцев, начиная с января 2022 года.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Рассчитайте базовую статистику: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Суммарные продажи по каждому продукту за весь период,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среднемесячные продажи по каждому продукту,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найдите месяц с пиковыми продажами для каждого продукта.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Задание, часть 2</a:t>
            </a:r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1"/>
          </p:nvPr>
        </p:nvSpPr>
        <p:spPr>
          <a:xfrm>
            <a:off x="1163325" y="1021875"/>
            <a:ext cx="7579200" cy="4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Создайте отчет на одном холсте с несколькими графиками</a:t>
            </a:r>
            <a:endParaRPr sz="18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9995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AutoNum type="arabicPeriod"/>
            </a:pPr>
            <a:r>
              <a:rPr lang="ru" sz="1878" b="1">
                <a:latin typeface="Times New Roman"/>
                <a:ea typeface="Times New Roman"/>
                <a:cs typeface="Times New Roman"/>
                <a:sym typeface="Times New Roman"/>
              </a:rPr>
              <a:t>График временного ряда (Line Plot):</a:t>
            </a:r>
            <a:endParaRPr sz="187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○"/>
            </a:pP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Постройте динамику продаж всех 4 продуктов на одном графике за весь период.</a:t>
            </a:r>
            <a:endParaRPr sz="18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○"/>
            </a:pP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Добавьте легенду, названия осей, заголовок и сетку.</a:t>
            </a:r>
            <a:endParaRPr sz="18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AutoNum type="arabicPeriod"/>
            </a:pPr>
            <a:r>
              <a:rPr lang="ru" sz="1878" b="1">
                <a:latin typeface="Times New Roman"/>
                <a:ea typeface="Times New Roman"/>
                <a:cs typeface="Times New Roman"/>
                <a:sym typeface="Times New Roman"/>
              </a:rPr>
              <a:t>Столбчатая диаграмма (Bar Chart):</a:t>
            </a:r>
            <a:endParaRPr sz="187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Постройте столбчатую диаграмму, показывающую </a:t>
            </a:r>
            <a:r>
              <a:rPr lang="ru" sz="1878" b="1">
                <a:latin typeface="Times New Roman"/>
                <a:ea typeface="Times New Roman"/>
                <a:cs typeface="Times New Roman"/>
                <a:sym typeface="Times New Roman"/>
              </a:rPr>
              <a:t>общие продажи</a:t>
            </a: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 каждого продукта за 3 года.</a:t>
            </a:r>
            <a:endParaRPr sz="18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AutoNum type="arabicPeriod"/>
            </a:pPr>
            <a:r>
              <a:rPr lang="ru" sz="1878" b="1">
                <a:latin typeface="Times New Roman"/>
                <a:ea typeface="Times New Roman"/>
                <a:cs typeface="Times New Roman"/>
                <a:sym typeface="Times New Roman"/>
              </a:rPr>
              <a:t>Круговая диаграмма (Pie Chart):</a:t>
            </a:r>
            <a:endParaRPr sz="187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○"/>
            </a:pP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Покажите долю каждого продукта в общем объеме продаж за 3 года.</a:t>
            </a:r>
            <a:endParaRPr sz="18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AutoNum type="arabicPeriod"/>
            </a:pPr>
            <a:r>
              <a:rPr lang="ru" sz="1878" b="1">
                <a:latin typeface="Times New Roman"/>
                <a:ea typeface="Times New Roman"/>
                <a:cs typeface="Times New Roman"/>
                <a:sym typeface="Times New Roman"/>
              </a:rPr>
              <a:t>Гистограмма (Histogram):</a:t>
            </a:r>
            <a:endParaRPr sz="1878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999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○"/>
            </a:pPr>
            <a:r>
              <a:rPr lang="ru" sz="1878">
                <a:latin typeface="Times New Roman"/>
                <a:ea typeface="Times New Roman"/>
                <a:cs typeface="Times New Roman"/>
                <a:sym typeface="Times New Roman"/>
              </a:rPr>
              <a:t>Постройте гистограмму распределения ежемесячных продаж для одного, самого популярного продукта. На сколько месяцев пришлось больше всего продаж?</a:t>
            </a:r>
            <a:endParaRPr sz="187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641</Words>
  <Application>Microsoft Office PowerPoint</Application>
  <PresentationFormat>Экран (16:9)</PresentationFormat>
  <Paragraphs>60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Montserrat</vt:lpstr>
      <vt:lpstr>Lato</vt:lpstr>
      <vt:lpstr>Focus</vt:lpstr>
      <vt:lpstr>Установка и работа с пакетами</vt:lpstr>
      <vt:lpstr>Библиотеки</vt:lpstr>
      <vt:lpstr>pip</vt:lpstr>
      <vt:lpstr>Презентация PowerPoint</vt:lpstr>
      <vt:lpstr>pandas </vt:lpstr>
      <vt:lpstr>Возможный функционал</vt:lpstr>
      <vt:lpstr>matplotlib</vt:lpstr>
      <vt:lpstr>Виды графиков</vt:lpstr>
      <vt:lpstr>Виды графиков</vt:lpstr>
      <vt:lpstr>Презентация PowerPoint</vt:lpstr>
      <vt:lpstr>Презентация PowerPoint</vt:lpstr>
      <vt:lpstr>Задание, часть 1</vt:lpstr>
      <vt:lpstr>Задание, часть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4</cp:revision>
  <dcterms:modified xsi:type="dcterms:W3CDTF">2025-11-05T15:27:30Z</dcterms:modified>
</cp:coreProperties>
</file>